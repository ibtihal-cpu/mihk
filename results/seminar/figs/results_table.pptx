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Results (4 × 4 blocks, K = 64)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371600"/>
                <a:gridCol w="1371600"/>
                <a:gridCol w="1371600"/>
                <a:gridCol w="1554480"/>
                <a:gridCol w="13716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(gray)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Hill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(color)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45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2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images: MSE and PSNR are computed over the RGB channels; SSIM is the mean of the channel-wise values. CR = original size / (codebook + Huffman table + Huffman-coded data).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2026-10-15T20:44:49Z</dcterms:created>
  <dcterms:modified xsi:type="dcterms:W3CDTF">2026-10-15T20:44:49Z</dcterms:modified>
</cp:coreProperties>
</file>