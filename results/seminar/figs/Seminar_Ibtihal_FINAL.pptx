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come from the previous Huffman-table accounting. Replace them with the CR column of correctness.csv after the rerun (expected change about -1.2%).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most time-consuming stage of the sequential program, so it is the stage worth parallelizing.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processes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process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Process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processes work together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Process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process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process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Process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and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ch3_fig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8744"/>
            <a:ext cx="7132320" cy="42148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(default, P ≤ 4): each process gets N/P vectors (rounded down or 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(P &gt; 4): speed measured by calibration (3 trials, the first is a warm-up).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q_r = N · s_r / Σ s_j: faster cores receive more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reduces LBG time by 17–28% compared with Equal (P = 8 to 14).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decoding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5351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delta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8815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lookup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2279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image</a:t>
            </a:r>
            <a:endParaRPr lang="en-US" sz="1600" dirty="0"/>
          </a:p>
        </p:txBody>
      </p:sp>
      <p:pic>
        <p:nvPicPr>
          <p:cNvPr id="17" name="Image 0" descr="assets/cam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cam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Cameraman: PSNR 29.75 dB, SSIM 0.8855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Process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compressed bits / number of pixels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mean (I − Î)²        PSNR = 10·log₁₀(255² / MSE)  dB        SSIM: 11 × 11 Gaussian window, σ = 1.5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Verification: Parallel Results Equal Sequential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371600"/>
                <a:gridCol w="12801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MD5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sequential run: parallel P = 4 (automatic), P = 14 (Adaptive) and P = 14 (forced Equal). Metrics: compression ratio, MSE, PSNR, SSIM and iteration count. MD5: checksum of the reconstructed image. Values shown are identical in all four runs.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Process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breakdow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741"/>
            <a:ext cx="7498080" cy="45625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is 77% (gray) and 81% (color) of the sequential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 = 14 it shrinks to 42% and 60% of the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stages do not shrink in the same way, so they become the larger part: about 58% (gray) and 40% (color).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Amdahl's law this limits the total speedup to 5.00× (gray) and 6.84× (color), against 9.19× for LBG alone.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Process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compression ratio of ___ (gray) and ___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Process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process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2026-10-19T09:58:28Z</dcterms:created>
  <dcterms:modified xsi:type="dcterms:W3CDTF">2026-10-19T09:58:28Z</dcterms:modified>
</cp:coreProperties>
</file>