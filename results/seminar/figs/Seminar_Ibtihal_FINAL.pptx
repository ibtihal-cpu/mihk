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sequential program it takes about 77% (gray) and 81% (color) of the total time.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 (about 77% of the sequential time, gray images).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ranks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 | Parallel: SSIM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 PSNR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(Rank 0)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(parallel)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ranks work together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Rank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rank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LBG, which takes about 77% of the sequential time (gray).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rank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Rank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and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ch3_fig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8744"/>
            <a:ext cx="7132320" cy="4214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(default, P ≤ 4): each rank gets N/P vectors (rounded down or 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(P &gt; 4):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Rank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Rank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Rank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Rank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rank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2026-10-17T18:10:33Z</dcterms:created>
  <dcterms:modified xsi:type="dcterms:W3CDTF">2026-10-17T18:10:33Z</dcterms:modified>
</cp:coreProperties>
</file>