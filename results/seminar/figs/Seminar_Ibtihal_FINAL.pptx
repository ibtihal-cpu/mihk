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= Equal split (default, P ≤ 4): each process gets N/P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= Adaptive split (P &gt; 4): chunk sizes follow the core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2026-10-19T10:15:28Z</dcterms:created>
  <dcterms:modified xsi:type="dcterms:W3CDTF">2026-10-19T10:15:28Z</dcterms:modified>
</cp:coreProperties>
</file>