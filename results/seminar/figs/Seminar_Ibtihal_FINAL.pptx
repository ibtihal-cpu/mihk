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are those of the original (approved) implementation, thesis Tables 4.5 and 4.6.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→ delta values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9923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deltas → VQ indices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7959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Codebook lookup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4×4 block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5995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9828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Reconstructed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→ 512×512 image</a:t>
            </a:r>
            <a:endParaRPr lang="en-US" sz="1600" dirty="0"/>
          </a:p>
        </p:txBody>
      </p:sp>
      <p:pic>
        <p:nvPicPr>
          <p:cNvPr id="17" name="Image 0" descr="assets/lena_color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lena_color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(color): PSNR 28.91 dB, SSIM 0.7594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23.50   BPP 0.340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26.54   BPP 0.301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28.88   BPP 0.277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24.75   BPP 0.323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24.00   BPP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23.89   BPP 1.005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26.44   BPP 0.908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23.54   BPP 1.020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8 · S_comp / pixels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(1/MN) Σ [I(i,j) − K(i,j)]²      PSNR = 10·log₁₀(255² / MSE) dB      SSIM: 11 × 11 Gaussian, σ = 1.5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3276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come from the Equal-vs-Adaptive runs and differ by up to 0.02× from the main speedup runs.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Equal: the faster P-cores finish early and wait for the E-cores (LBG speedup 7.61× at P = 14).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Adaptive: faster cores receive more vectors (9.19× at P = 14).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at P = 8 and 8.8% at P = 14, since the stages outside LBG are not affected.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benefit for P ≤ 6, where only P-cores are used.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mean compression ratio of 25.92 (gray) and 24.47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2026-10-19T19:30:09Z</dcterms:created>
  <dcterms:modified xsi:type="dcterms:W3CDTF">2026-10-19T19:30:09Z</dcterms:modified>
</cp:coreProperties>
</file>