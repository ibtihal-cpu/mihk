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8 · S_comp / pixels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(1/MN) Σ [I(i,j) − K(i,j)]²      PSNR = 10·log₁₀(255² / MSE) dB      SSIM: 11 × 11 Gaussian, σ = 1.5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2026-10-19T16:04:47Z</dcterms:created>
  <dcterms:modified xsi:type="dcterms:W3CDTF">2026-10-19T16:04:47Z</dcterms:modified>
</cp:coreProperties>
</file>