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are those of the original (approved) implementation, thesis Tables 4.5 and 4.6.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23.50   BPP 0.340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26.54   BPP 0.301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28.88   BPP 0.277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24.75   BPP 0.323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24.00   BPP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23.89   BPP 1.005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26.44   BPP 0.908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23.54   BPP 1.020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8 · S_comp /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mean compression ratio of 25.92 (gray) and 24.47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2026-10-19T14:34:29Z</dcterms:created>
  <dcterms:modified xsi:type="dcterms:W3CDTF">2026-10-19T14:34:29Z</dcterms:modified>
</cp:coreProperties>
</file>