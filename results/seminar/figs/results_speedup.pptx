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Speedup and Efficiency of LBG Training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49808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speedup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7016"/>
            <a:ext cx="7498080" cy="456404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234440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75320" y="1325880"/>
            <a:ext cx="3383280" cy="4846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LBG speedup reaches 9.19× on 14 processes (efficiency ≈ 66%).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Near-linear for P ≤ 6, where only P-cores are used.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drops once the slower E-cores join.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Karp–Flatt ≈ 0.04 for P ≥ 8: the serial fraction of LBG stays small.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5.00× (gray) and 6.84× (color), because coding and reconstruction remain sequential.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2026-10-15T20:57:54Z</dcterms:created>
  <dcterms:modified xsi:type="dcterms:W3CDTF">2026-10-15T20:57:54Z</dcterms:modified>
</cp:coreProperties>
</file>