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7959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59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9828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lena_color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lena_color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(color): PSNR 28.91 dB, SSIM 0.7594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2026-10-19T10:47:54Z</dcterms:created>
  <dcterms:modified xsi:type="dcterms:W3CDTF">2026-10-19T10:47:54Z</dcterms:modified>
</cp:coreProperties>
</file>