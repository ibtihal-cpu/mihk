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sequential program it takes about 77% (gray) and 81% (color) of the total time.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 (bitplane, wavelet, predictive coding)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k-means, 75 M synthetic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10.05×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 cores)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/ 6.84× (total, gray / color)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 (about 77% of the sequential time, gray images).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| Parallel: SSIM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rank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LBG, which takes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rank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Rank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rank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Rank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Rank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Rank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Rank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rank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 et al. (2025). Int. J. Comput. Appl.  [complete the reference from the paper]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2026-10-17T17:32:23Z</dcterms:created>
  <dcterms:modified xsi:type="dcterms:W3CDTF">2026-10-17T17:32:23Z</dcterms:modified>
</cp:coreProperties>
</file>