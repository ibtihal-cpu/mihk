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come from the previous Huffman-table accounting. Replace them with the CR column of correctness.csv after the rerun (expected change about -1.2%).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2026-10-19T10:19:31Z</dcterms:created>
  <dcterms:modified xsi:type="dcterms:W3CDTF">2026-10-19T10:19:31Z</dcterms:modified>
</cp:coreProperties>
</file>