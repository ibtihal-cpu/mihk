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49808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7" name="Image 0" descr="assets/throughput_ch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9906"/>
            <a:ext cx="7498080" cy="49582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2344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1325880"/>
            <a:ext cx="338328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= original image size / total execution time (MiB/s).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Grayscale: 1.30 → 3.35 MiB/s from P = 2 to P = 14.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1.42 → 4.54 MiB/s.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images hold three times more data, but their total time grows by only about 2.2× at P = 14, so their throughput is higher.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bands: minimum to maximum over the images.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Karp–Flatt Metric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223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1645920"/>
                <a:gridCol w="164592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LBG: Karp–Flatt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LBG: efficiency (%)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Total: Karp–Flatt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Total: efficiency (%)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4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5778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all 8 images.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09560" y="1280160"/>
            <a:ext cx="3840480" cy="4572000"/>
          </a:xfrm>
          <a:prstGeom prst="roundRect">
            <a:avLst>
              <a:gd name="adj" fmla="val 1905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1371600"/>
            <a:ext cx="36576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Karp–Flatt estimates the serial fraction of the program from the measured speedup.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LBG: about 0.04 for P ≥ 8; the serial fraction stays small and does not grow with P.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about 0.105 (gray ≈ 0.14, color ≈ 0.08); the sequential coding and reconstruction stages dominate.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explains why the total speedup (5.00× gray, 6.84× color) is lower than the LBG speedup (9.19×).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2026-10-15T21:06:30Z</dcterms:created>
  <dcterms:modified xsi:type="dcterms:W3CDTF">2026-10-15T21:06:30Z</dcterms:modified>
</cp:coreProperties>
</file>