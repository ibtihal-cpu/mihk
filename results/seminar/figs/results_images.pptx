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5087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13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5087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813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5087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5087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813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5087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5087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813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519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556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519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519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556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519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519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556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519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519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556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384048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384048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2026-10-15T20:07:12Z</dcterms:created>
  <dcterms:modified xsi:type="dcterms:W3CDTF">2026-10-15T20:07:12Z</dcterms:modified>
</cp:coreProperties>
</file>