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Images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43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286000" cy="228600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57200" y="1508760"/>
            <a:ext cx="2286000" cy="2286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13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286000" cy="228600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291840" y="1508760"/>
            <a:ext cx="2286000" cy="2286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3813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Cameraman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286000" cy="228600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126480" y="1508760"/>
            <a:ext cx="2286000" cy="2286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26480" y="3813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961120" y="1508760"/>
            <a:ext cx="2286000" cy="228600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8961120" y="1508760"/>
            <a:ext cx="2286000" cy="2286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61120" y="38130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2286000" cy="228600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" y="4251960"/>
            <a:ext cx="2286000" cy="2286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56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91840" y="4251960"/>
            <a:ext cx="2286000" cy="228600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291840" y="4251960"/>
            <a:ext cx="2286000" cy="2286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291840" y="6556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26480" y="4251960"/>
            <a:ext cx="2286000" cy="228600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6126480" y="4251960"/>
            <a:ext cx="2286000" cy="2286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26480" y="6556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F16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961120" y="4251960"/>
            <a:ext cx="2286000" cy="228600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8961120" y="4251960"/>
            <a:ext cx="2286000" cy="22860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961120" y="6556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Hill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vs Reconstructed: Grayscale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697480" cy="269748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697480" cy="2697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97480" cy="269748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246120" y="1371600"/>
            <a:ext cx="2697480" cy="2697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78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2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= ___</a:t>
            </a:r>
            <a:pPr algn="ctr" indent="0" marL="0">
              <a:buNone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PSNR = 29.67 dB   |   SSIM = 0.8190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697480" cy="269748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217920" y="1371600"/>
            <a:ext cx="2697480" cy="2697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06840" y="1371600"/>
            <a:ext cx="2697480" cy="269748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006840" y="1371600"/>
            <a:ext cx="2697480" cy="2697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4178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2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= ___</a:t>
            </a:r>
            <a:pPr algn="ctr" indent="0" marL="0">
              <a:buNone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PSNR = 29.11 dB   |   SSIM = 0.8394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1722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size 4 × 4, K = 64. Same reconstruction for the sequential and parallel runs.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vs Reconstructed: Grayscale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697480" cy="269748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697480" cy="2697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97480" cy="269748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246120" y="1371600"/>
            <a:ext cx="2697480" cy="2697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78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2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Cameraman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= ___</a:t>
            </a:r>
            <a:pPr algn="ctr" indent="0" marL="0">
              <a:buNone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PSNR = 29.75 dB   |   SSIM = 0.8855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697480" cy="269748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217920" y="1371600"/>
            <a:ext cx="2697480" cy="2697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06840" y="1371600"/>
            <a:ext cx="2697480" cy="269748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006840" y="1371600"/>
            <a:ext cx="2697480" cy="2697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4178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2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= ___</a:t>
            </a:r>
            <a:pPr algn="ctr" indent="0" marL="0">
              <a:buNone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PSNR = 29.41 dB   |   SSIM = 0.7624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1722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size 4 × 4, K = 64. Same reconstruction for the sequential and parallel runs.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vs Reconstructed: Color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697480" cy="269748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697480" cy="2697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97480" cy="269748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246120" y="1371600"/>
            <a:ext cx="2697480" cy="2697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78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2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= ___</a:t>
            </a:r>
            <a:pPr algn="ctr" indent="0" marL="0">
              <a:buNone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PSNR = 28.91 dB   |   SSIM = 0.7594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697480" cy="269748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217920" y="1371600"/>
            <a:ext cx="2697480" cy="2697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06840" y="1371600"/>
            <a:ext cx="2697480" cy="269748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006840" y="1371600"/>
            <a:ext cx="2697480" cy="2697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4178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2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Peppers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= ___</a:t>
            </a:r>
            <a:pPr algn="ctr" indent="0" marL="0">
              <a:buNone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PSNR = 28.35 dB   |   SSIM = 0.6964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1722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size 4 × 4, K = 64. Same reconstruction for the sequential and parallel runs.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737360" cy="502920"/>
          </a:xfrm>
          <a:prstGeom prst="roundRect">
            <a:avLst>
              <a:gd name="adj" fmla="val 18182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377440" y="27432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20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Original vs Reconstructed: Color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11274552" cy="3657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697480" cy="269748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2697480" cy="2697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46120" y="1371600"/>
            <a:ext cx="2697480" cy="269748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3246120" y="1371600"/>
            <a:ext cx="2697480" cy="2697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78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2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F16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= ___</a:t>
            </a:r>
            <a:pPr algn="ctr" indent="0" marL="0">
              <a:buNone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PSNR = 29.47 dB   |   SSIM = 0.8539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697480" cy="269748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217920" y="1371600"/>
            <a:ext cx="2697480" cy="2697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006840" y="1371600"/>
            <a:ext cx="2697480" cy="2697480"/>
          </a:xfrm>
          <a:prstGeom prst="rect">
            <a:avLst/>
          </a:prstGeom>
          <a:solidFill>
            <a:srgbClr val="F5F1FB"/>
          </a:solidFill>
          <a:ln w="19050">
            <a:solidFill>
              <a:srgbClr val="6B4FA3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9006840" y="1371600"/>
            <a:ext cx="2697480" cy="26974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41788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2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Hill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45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 = ___</a:t>
            </a:r>
            <a:pPr algn="ctr" indent="0" marL="0">
              <a:buNone/>
            </a:pPr>
            <a:r>
              <a:rPr lang="en-US" sz="1600" dirty="0">
                <a:solidFill>
                  <a:srgbClr val="1F1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PSNR = 28.45 dB   |   SSIM = 0.7520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17220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4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size 4 × 4, K = 64. Same reconstruction for the sequential and parallel runs.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2026-10-15T19:49:52Z</dcterms:created>
  <dcterms:modified xsi:type="dcterms:W3CDTF">2026-10-15T19:49:52Z</dcterms:modified>
</cp:coreProperties>
</file>