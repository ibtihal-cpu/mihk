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vs Adaptive Workload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4980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eqad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016"/>
            <a:ext cx="7498080" cy="45640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Equal distribution, the faster P-cores finish early and wait for the E-cores: 7.61× at P =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distribution reaches 9.19× at P =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time is reduced by 28.3%, 23.6%, 19.8% and 17.2% at P = 8, 10, 12 and 14.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is reduced by 17.9% to 8.8%.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 ≤ 6 (P-cores only) the two strategies are equivalent.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reconstructed images are identical in both cases.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2026-10-15T21:02:29Z</dcterms:created>
  <dcterms:modified xsi:type="dcterms:W3CDTF">2026-10-15T21:02:29Z</dcterms:modified>
</cp:coreProperties>
</file>