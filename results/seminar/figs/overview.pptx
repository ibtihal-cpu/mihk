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Method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005840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Formation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88920" y="11430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1143000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 gray / color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09160" y="1481328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0" y="11430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1143000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49440" y="1481328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9480" y="11430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69480" y="1143000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18541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(16-D)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2203704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2395728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57200" y="2441448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441448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 Training (MPI)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78892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8892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09160" y="2871216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 on each rank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949440" y="2871216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948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6948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sums, counts, distortion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189720" y="2871216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0976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 until K = 64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55080" y="357530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(64 codewords) + index array L (gathered on Rank 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89320" y="3593592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" y="3785616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831336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831336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 Coding (Rank 0)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88920" y="3922776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88920" y="3922776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 VQ indices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709160" y="4261104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3922776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0" y="3922776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 codes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949440" y="4261104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69480" y="3922776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3922776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data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355080" y="49651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data: codebook + Huffman table + coded indices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89320" y="4983480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1480" y="5175504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5221224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5221224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Evaluation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278892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8892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709160" y="5650992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2920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VQ indices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949440" y="5650992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6948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6948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9189720" y="5650992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50976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50976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 PSNR;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SSIM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989320" y="6373368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LBG training and SSIM   |   Rank 0: index coding, decoding, reconstruction, and remaining metrics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2026-10-15T12:21:56Z</dcterms:created>
  <dcterms:modified xsi:type="dcterms:W3CDTF">2026-10-15T12:21:56Z</dcterms:modified>
</cp:coreProperties>
</file>