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1005840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Formation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8892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 gray / color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1481328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49440" y="1481328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9480" y="114300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1143000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18541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89320" y="2203704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2395728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57200" y="2441448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41448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 Training (MPI)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78892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8892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Scatterv: Equal / Adaptive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0916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 on each rank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4944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948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6948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of sums and counts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189720" y="2871216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09760" y="2532888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2532888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Update, repeat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converged (K = 64)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355080" y="357530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(64 codewords) + index array L (gathered on Rank 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89320" y="3593592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1480" y="3785616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831336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31336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Coding (Rank 0)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8892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8892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 VQ indices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709160" y="4261104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2920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 codes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949440" y="4261104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69480" y="3922776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3922776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data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table + bitstream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355080" y="49651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data: codebook + Huffman table + bitstream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89320" y="4983480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1480" y="5175504"/>
            <a:ext cx="11365992" cy="1188720"/>
          </a:xfrm>
          <a:prstGeom prst="roundRect">
            <a:avLst>
              <a:gd name="adj" fmla="val 769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5221224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5221224"/>
            <a:ext cx="214884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Evaluation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278892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8892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0916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2920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VQ indices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94944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6948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6948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9189720" y="5650992"/>
            <a:ext cx="274320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509760" y="5312664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509760" y="5312664"/>
            <a:ext cx="187452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PSNR, SSIM (parallel)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989320" y="6373368"/>
            <a:ext cx="237744" cy="182880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LBG training and SSIM   |   Rank 0: coding, decoding and reconstruction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2026-10-15T12:15:08Z</dcterms:created>
  <dcterms:modified xsi:type="dcterms:W3CDTF">2026-10-15T12:15:08Z</dcterms:modified>
</cp:coreProperties>
</file>