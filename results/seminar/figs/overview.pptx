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36576"/>
          </a:xfrm>
          <a:prstGeom prst="rect">
            <a:avLst/>
          </a:prstGeom>
          <a:solidFill>
            <a:srgbClr val="E0457B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11365992" cy="1188720"/>
          </a:xfrm>
          <a:prstGeom prst="roundRect">
            <a:avLst>
              <a:gd name="adj" fmla="val 7692"/>
            </a:avLst>
          </a:prstGeom>
          <a:solidFill>
            <a:srgbClr val="E3EEFA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14884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Formation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88920" y="11430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F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143000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512×512, gray / color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481328"/>
            <a:ext cx="274320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1430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143000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4×4 blocks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1481328"/>
            <a:ext cx="274320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11430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143000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Training vectors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16-D, N = 16,384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203704"/>
            <a:ext cx="237744" cy="182880"/>
          </a:xfrm>
          <a:prstGeom prst="down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395728"/>
            <a:ext cx="11365992" cy="1188720"/>
          </a:xfrm>
          <a:prstGeom prst="roundRect">
            <a:avLst>
              <a:gd name="adj" fmla="val 7692"/>
            </a:avLst>
          </a:prstGeom>
          <a:solidFill>
            <a:srgbClr val="FDEBD9"/>
          </a:solidFill>
          <a:ln w="31750">
            <a:solidFill>
              <a:srgbClr val="E07B2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244144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41448"/>
            <a:ext cx="214884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LBG Training (MPI)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88920" y="2532888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2532888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Distribute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Scatterv: Equal / Adaptive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2871216"/>
            <a:ext cx="274320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2532888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532888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Assign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codeword on each rank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0" y="2871216"/>
            <a:ext cx="274320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9480" y="2532888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532888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Combine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of sums and counts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89720" y="2871216"/>
            <a:ext cx="274320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0" y="2532888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0" y="2532888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Update, repeat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converged (K = 64)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89320" y="3593592"/>
            <a:ext cx="237744" cy="182880"/>
          </a:xfrm>
          <a:prstGeom prst="down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785616"/>
            <a:ext cx="11365992" cy="1188720"/>
          </a:xfrm>
          <a:prstGeom prst="roundRect">
            <a:avLst>
              <a:gd name="adj" fmla="val 7692"/>
            </a:avLst>
          </a:prstGeom>
          <a:solidFill>
            <a:srgbClr val="DDF3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831336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31336"/>
            <a:ext cx="214884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Coding (Rank 0)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788920" y="3922776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3922776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Delta coding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of VQ indices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09160" y="4261104"/>
            <a:ext cx="274320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3922776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922776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Huffman coding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codes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949440" y="4261104"/>
            <a:ext cx="274320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69480" y="3922776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3922776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Compressed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 + table + bitstream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89320" y="4983480"/>
            <a:ext cx="237744" cy="182880"/>
          </a:xfrm>
          <a:prstGeom prst="down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5175504"/>
            <a:ext cx="11365992" cy="1188720"/>
          </a:xfrm>
          <a:prstGeom prst="roundRect">
            <a:avLst>
              <a:gd name="adj" fmla="val 7692"/>
            </a:avLst>
          </a:prstGeom>
          <a:solidFill>
            <a:srgbClr val="ECE6F6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5221224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5221224"/>
            <a:ext cx="214884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and Evaluation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2788920" y="531266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88920" y="5312664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Huffman decoding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0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709160" y="5650992"/>
            <a:ext cx="274320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531266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5312664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Inverse delta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VQ indices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949440" y="5650992"/>
            <a:ext cx="274320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69480" y="531266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5312664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Reconstruction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 lookup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189720" y="5650992"/>
            <a:ext cx="274320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09760" y="5312664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09760" y="5312664"/>
            <a:ext cx="1874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Metrics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CR, PSNR, SSIM (parallel)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LBG training and SSIM   |   Rank 0: coding, decoding and reconstruction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2026-10-15T12:13:05Z</dcterms:created>
  <dcterms:modified xsi:type="dcterms:W3CDTF">2026-10-15T12:13:05Z</dcterms:modified>
</cp:coreProperties>
</file>