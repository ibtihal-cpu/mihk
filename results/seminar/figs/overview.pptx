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ranks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rank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Rank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 | Parallel: SSIM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9400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646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65" name="Text 63"/>
          <p:cNvSpPr/>
          <p:nvPr/>
        </p:nvSpPr>
        <p:spPr>
          <a:xfrm>
            <a:off x="9646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BPP, MSE, PSNR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(Rank 0)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(parallel)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ranks work together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Rank 0 only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2026-10-17T09:18:51Z</dcterms:created>
  <dcterms:modified xsi:type="dcterms:W3CDTF">2026-10-17T09:18:51Z</dcterms:modified>
</cp:coreProperties>
</file>