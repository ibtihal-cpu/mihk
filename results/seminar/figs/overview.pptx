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82880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3EEFA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228600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28600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75488" y="1188720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18872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88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88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Input image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512×512,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gray / color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828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74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4×4 blocks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non-overlapping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114032" y="772668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60920" y="320040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F6F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0920" y="320040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Training vectors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16-D,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16,384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55080" y="1591056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16,384 training vectors (16-D)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609344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" y="1810512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65760" y="1856232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E07B22"/>
          </a:solidFill>
          <a:ln w="12700">
            <a:solidFill>
              <a:srgbClr val="E07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1856232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LBG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(MPI)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75488" y="2816352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" y="281635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ranks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88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88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Distribute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MPI_Scatterv: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/ Adaptive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828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74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74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Assign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nearest codeword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each rank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114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60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60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Combine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Allreduce: sums,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counts, distortion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9400032" y="2400300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46920" y="1947672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E07B2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46920" y="1947672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07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Refine and split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level,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K = 64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6355080" y="3218688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C + index array L (gathered on Rank 0)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89320" y="3236976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" y="3438144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DDF3F0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483864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483864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Lossless Index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475488" y="4443984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5488" y="444398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2788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88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Delta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4828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74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74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Huffman 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variable-length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codes</a:t>
            </a:r>
            <a:endParaRPr lang="en-US" sz="1600" dirty="0"/>
          </a:p>
        </p:txBody>
      </p:sp>
      <p:sp>
        <p:nvSpPr>
          <p:cNvPr id="45" name="Shape 43"/>
          <p:cNvSpPr/>
          <p:nvPr/>
        </p:nvSpPr>
        <p:spPr>
          <a:xfrm>
            <a:off x="7114032" y="4027932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360920" y="3575304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2A9D8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360920" y="3575304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Compressed size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 + Huffman table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coded indices</a:t>
            </a:r>
            <a:endParaRPr lang="en-US" sz="1600" dirty="0"/>
          </a:p>
        </p:txBody>
      </p:sp>
      <p:sp>
        <p:nvSpPr>
          <p:cNvPr id="48" name="Text 46"/>
          <p:cNvSpPr/>
          <p:nvPr/>
        </p:nvSpPr>
        <p:spPr>
          <a:xfrm>
            <a:off x="6355080" y="4846320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E045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accounted size: codebook + Huffman table + coded indices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5989320" y="4864608"/>
            <a:ext cx="237744" cy="192024"/>
          </a:xfrm>
          <a:prstGeom prst="down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0040" y="5065776"/>
            <a:ext cx="11503152" cy="1417320"/>
          </a:xfrm>
          <a:prstGeom prst="roundRect">
            <a:avLst>
              <a:gd name="adj" fmla="val 6452"/>
            </a:avLst>
          </a:prstGeom>
          <a:solidFill>
            <a:srgbClr val="ECE6F6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111496"/>
            <a:ext cx="2240280" cy="1325880"/>
          </a:xfrm>
          <a:prstGeom prst="roundRect">
            <a:avLst>
              <a:gd name="adj" fmla="val 5517"/>
            </a:avLst>
          </a:prstGeom>
          <a:solidFill>
            <a:srgbClr val="6B4FA3"/>
          </a:solidFill>
          <a:ln w="12700">
            <a:solidFill>
              <a:srgbClr val="6B4FA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111496"/>
            <a:ext cx="2240280" cy="10058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Decoding and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2200" dirty="0"/>
          </a:p>
        </p:txBody>
      </p:sp>
      <p:sp>
        <p:nvSpPr>
          <p:cNvPr id="53" name="Shape 51"/>
          <p:cNvSpPr/>
          <p:nvPr/>
        </p:nvSpPr>
        <p:spPr>
          <a:xfrm>
            <a:off x="475488" y="6071616"/>
            <a:ext cx="202082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5488" y="60716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Rank 0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788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788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Huffman decoding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stream to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values</a:t>
            </a:r>
            <a:endParaRPr lang="en-US" sz="1600" dirty="0"/>
          </a:p>
        </p:txBody>
      </p:sp>
      <p:sp>
        <p:nvSpPr>
          <p:cNvPr id="57" name="Shape 55"/>
          <p:cNvSpPr/>
          <p:nvPr/>
        </p:nvSpPr>
        <p:spPr>
          <a:xfrm>
            <a:off x="4828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074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074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Inverse delta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VQ indices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7114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60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9050">
            <a:solidFill>
              <a:srgbClr val="6B4FA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60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Reconstruction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codebook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9400032" y="5655564"/>
            <a:ext cx="219456" cy="237744"/>
          </a:xfrm>
          <a:prstGeom prst="rightArrow">
            <a:avLst/>
          </a:prstGeom>
          <a:solidFill>
            <a:srgbClr val="1F1A33"/>
          </a:solidFill>
          <a:ln w="12700">
            <a:solidFill>
              <a:srgbClr val="1F1A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646920" y="5202936"/>
            <a:ext cx="2011680" cy="1143000"/>
          </a:xfrm>
          <a:prstGeom prst="roundRect">
            <a:avLst>
              <a:gd name="adj" fmla="val 6400"/>
            </a:avLst>
          </a:prstGeom>
          <a:solidFill>
            <a:srgbClr val="FDEBD9"/>
          </a:solidFill>
          <a:ln w="31750">
            <a:solidFill>
              <a:srgbClr val="E07B22"/>
            </a:solidFill>
            <a:prstDash val="dash"/>
          </a:ln>
        </p:spPr>
      </p:sp>
      <p:sp>
        <p:nvSpPr>
          <p:cNvPr id="65" name="Text 63"/>
          <p:cNvSpPr/>
          <p:nvPr/>
        </p:nvSpPr>
        <p:spPr>
          <a:xfrm>
            <a:off x="9646920" y="5202936"/>
            <a:ext cx="201168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4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Metrics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CR, BPP, MSE, PSNR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(Rank 0)</a:t>
            </a:r>
            <a:endParaRPr lang="en-US" sz="16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(parallel)</a:t>
            </a:r>
            <a:endParaRPr lang="en-US" sz="1600" dirty="0"/>
          </a:p>
        </p:txBody>
      </p:sp>
      <p:sp>
        <p:nvSpPr>
          <p:cNvPr id="66" name="Shape 64"/>
          <p:cNvSpPr/>
          <p:nvPr/>
        </p:nvSpPr>
        <p:spPr>
          <a:xfrm>
            <a:off x="237744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E07B2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92608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all MPI ranks work together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6766560" y="6473952"/>
            <a:ext cx="457200" cy="219456"/>
          </a:xfrm>
          <a:prstGeom prst="roundRect">
            <a:avLst>
              <a:gd name="adj" fmla="val 50000"/>
            </a:avLst>
          </a:prstGeom>
          <a:solidFill>
            <a:srgbClr val="5B677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15200" y="645566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1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Sequential: executed on Rank 0 only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2026-10-17T09:08:48Z</dcterms:created>
  <dcterms:modified xsi:type="dcterms:W3CDTF">2026-10-17T09:08:48Z</dcterms:modified>
</cp:coreProperties>
</file>