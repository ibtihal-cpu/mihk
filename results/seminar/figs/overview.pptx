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16,384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(16-D)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856232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rank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Rank 0)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83864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(Rank 0)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data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+ coded indices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data: codebook + Huffman table + coded indices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5111496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9400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646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646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PSNR; parallel SSIM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LBG training and SSIM   |   Rank 0: index coding, decoding, reconstruction, and remaining metrics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2026-10-15T12:41:40Z</dcterms:created>
  <dcterms:modified xsi:type="dcterms:W3CDTF">2026-10-15T12:41:40Z</dcterms:modified>
</cp:coreProperties>
</file>