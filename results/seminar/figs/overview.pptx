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Method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1005840"/>
            <a:ext cx="11365992" cy="1188720"/>
          </a:xfrm>
          <a:prstGeom prst="roundRect">
            <a:avLst>
              <a:gd name="adj" fmla="val 769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515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51560"/>
            <a:ext cx="214884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Formation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788920" y="114300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1143000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 gray / color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09160" y="1481328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0" y="114300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0" y="1143000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949440" y="1481328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69480" y="114300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69480" y="1143000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 N = 16,384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218541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(16-D)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89320" y="2203704"/>
            <a:ext cx="237744" cy="182880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" y="2395728"/>
            <a:ext cx="11365992" cy="1188720"/>
          </a:xfrm>
          <a:prstGeom prst="roundRect">
            <a:avLst>
              <a:gd name="adj" fmla="val 769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457200" y="2441448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441448"/>
            <a:ext cx="214884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 Training (MPI)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788920" y="2532888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88920" y="2532888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Scatterv: Equal / Adaptive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09160" y="2871216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0" y="2532888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0" y="2532888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 on each rank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949440" y="2871216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9480" y="2532888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69480" y="2532888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sums, counts, distortion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9189720" y="2871216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509760" y="2532888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09760" y="2532888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 until K = 64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355080" y="3575304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(64 codewords) + index array L (gathered on Rank 0)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989320" y="3593592"/>
            <a:ext cx="237744" cy="182880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1480" y="3785616"/>
            <a:ext cx="11365992" cy="1188720"/>
          </a:xfrm>
          <a:prstGeom prst="roundRect">
            <a:avLst>
              <a:gd name="adj" fmla="val 769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3831336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3831336"/>
            <a:ext cx="214884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 Coding (Rank 0)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2788920" y="3922776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88920" y="3922776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 VQ indices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709160" y="4261104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29200" y="3922776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0" y="3922776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 codes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949440" y="4261104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269480" y="3922776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69480" y="3922776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data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355080" y="496519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data: codebook + Huffman table + coded indices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89320" y="4983480"/>
            <a:ext cx="237744" cy="182880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11480" y="5175504"/>
            <a:ext cx="11365992" cy="1188720"/>
          </a:xfrm>
          <a:prstGeom prst="roundRect">
            <a:avLst>
              <a:gd name="adj" fmla="val 769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7200" y="5221224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5221224"/>
            <a:ext cx="214884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Evaluation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2788920" y="5312664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788920" y="5312664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0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709160" y="5650992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029200" y="5312664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29200" y="5312664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VQ indices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6949440" y="5650992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69480" y="5312664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269480" y="5312664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lookup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9189720" y="5650992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509760" y="5312664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509760" y="5312664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Metrics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CR, BPP, MSE, PSNR;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SSIM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5989320" y="6373368"/>
            <a:ext cx="237744" cy="182880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LBG training and SSIM   |   Rank 0: coding, decoding, reconstruction, and remaining metrics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2026-10-15T12:18:57Z</dcterms:created>
  <dcterms:modified xsi:type="dcterms:W3CDTF">2026-10-15T12:18:57Z</dcterms:modified>
</cp:coreProperties>
</file>